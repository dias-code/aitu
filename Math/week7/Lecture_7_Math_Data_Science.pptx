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4" r:id="rId8"/>
    <p:sldId id="265" r:id="rId9"/>
    <p:sldId id="262" r:id="rId10"/>
    <p:sldId id="263" r:id="rId11"/>
    <p:sldId id="261" r:id="rId12"/>
    <p:sldId id="271" r:id="rId13"/>
    <p:sldId id="267" r:id="rId14"/>
    <p:sldId id="268" r:id="rId15"/>
    <p:sldId id="269" r:id="rId16"/>
    <p:sldId id="270" r:id="rId17"/>
    <p:sldId id="266" r:id="rId18"/>
    <p:sldId id="272" r:id="rId19"/>
    <p:sldId id="273" r:id="rId20"/>
    <p:sldId id="274" r:id="rId21"/>
    <p:sldId id="277" r:id="rId22"/>
    <p:sldId id="278" r:id="rId23"/>
    <p:sldId id="279" r:id="rId24"/>
    <p:sldId id="275" r:id="rId25"/>
    <p:sldId id="276" r:id="rId26"/>
    <p:sldId id="281" r:id="rId27"/>
    <p:sldId id="282" r:id="rId28"/>
    <p:sldId id="283" r:id="rId29"/>
    <p:sldId id="284" r:id="rId31"/>
    <p:sldId id="285" r:id="rId32"/>
    <p:sldId id="286" r:id="rId33"/>
    <p:sldId id="287" r:id="rId34"/>
    <p:sldId id="288" r:id="rId35"/>
    <p:sldId id="280" r:id="rId36"/>
    <p:sldId id="289" r:id="rId37"/>
    <p:sldId id="290" r:id="rId38"/>
    <p:sldId id="292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660"/>
  </p:normalViewPr>
  <p:slideViewPr>
    <p:cSldViewPr>
      <p:cViewPr varScale="1">
        <p:scale>
          <a:sx n="80" d="100"/>
          <a:sy n="80" d="100"/>
        </p:scale>
        <p:origin x="-17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CC789-5823-4CC8-A1F0-3B0F6D4315F1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7FA5-DAC0-42D5-A5D4-4A9788EAB56E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C7FA5-DAC0-42D5-A5D4-4A9788EAB56E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836712"/>
            <a:ext cx="7772400" cy="3126209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Lecture 7</a:t>
            </a:r>
            <a:br>
              <a:rPr lang="en-US" dirty="0" smtClean="0"/>
            </a:br>
            <a:r>
              <a:rPr lang="en-US" dirty="0"/>
              <a:t>Nonparametric </a:t>
            </a:r>
            <a:r>
              <a:rPr lang="en-US" dirty="0" smtClean="0"/>
              <a:t>methods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0" t="20000" r="10080" b="8085"/>
          <a:stretch>
            <a:fillRect/>
          </a:stretch>
        </p:blipFill>
        <p:spPr bwMode="auto">
          <a:xfrm>
            <a:off x="683568" y="476672"/>
            <a:ext cx="7977189" cy="5363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86" t="19946" r="13142" b="9841"/>
          <a:stretch>
            <a:fillRect/>
          </a:stretch>
        </p:blipFill>
        <p:spPr bwMode="auto">
          <a:xfrm>
            <a:off x="971600" y="620688"/>
            <a:ext cx="7861520" cy="5607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81" t="21280" r="13442" b="21415"/>
          <a:stretch>
            <a:fillRect/>
          </a:stretch>
        </p:blipFill>
        <p:spPr bwMode="auto">
          <a:xfrm>
            <a:off x="827584" y="692696"/>
            <a:ext cx="7998028" cy="4794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3" t="20142" r="13591" b="17447"/>
          <a:stretch>
            <a:fillRect/>
          </a:stretch>
        </p:blipFill>
        <p:spPr bwMode="auto">
          <a:xfrm>
            <a:off x="827584" y="548680"/>
            <a:ext cx="7769778" cy="5072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3" t="18412" r="14229" b="35035"/>
          <a:stretch>
            <a:fillRect/>
          </a:stretch>
        </p:blipFill>
        <p:spPr bwMode="auto">
          <a:xfrm>
            <a:off x="520714" y="398834"/>
            <a:ext cx="8198532" cy="4034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96" t="20283" r="13670" b="15461"/>
          <a:stretch>
            <a:fillRect/>
          </a:stretch>
        </p:blipFill>
        <p:spPr bwMode="auto">
          <a:xfrm>
            <a:off x="539552" y="620688"/>
            <a:ext cx="8275958" cy="5465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4" t="21418" r="14228" b="9078"/>
          <a:stretch>
            <a:fillRect/>
          </a:stretch>
        </p:blipFill>
        <p:spPr bwMode="auto">
          <a:xfrm>
            <a:off x="1043608" y="620688"/>
            <a:ext cx="7455237" cy="545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75" t="25248" r="12792" b="9504"/>
          <a:stretch>
            <a:fillRect/>
          </a:stretch>
        </p:blipFill>
        <p:spPr bwMode="auto">
          <a:xfrm>
            <a:off x="467544" y="548680"/>
            <a:ext cx="8077867" cy="5338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68" t="19237" r="13259" b="7713"/>
          <a:stretch>
            <a:fillRect/>
          </a:stretch>
        </p:blipFill>
        <p:spPr bwMode="auto">
          <a:xfrm>
            <a:off x="971600" y="692696"/>
            <a:ext cx="7350430" cy="5494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8" t="20088" r="14615" b="12111"/>
          <a:stretch>
            <a:fillRect/>
          </a:stretch>
        </p:blipFill>
        <p:spPr bwMode="auto">
          <a:xfrm>
            <a:off x="912849" y="476672"/>
            <a:ext cx="7661935" cy="5441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5" t="25791" r="13339" b="8536"/>
          <a:stretch>
            <a:fillRect/>
          </a:stretch>
        </p:blipFill>
        <p:spPr bwMode="auto">
          <a:xfrm>
            <a:off x="755576" y="522196"/>
            <a:ext cx="8097794" cy="5538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7" t="19433" r="13128" b="9504"/>
          <a:stretch>
            <a:fillRect/>
          </a:stretch>
        </p:blipFill>
        <p:spPr bwMode="auto">
          <a:xfrm>
            <a:off x="827584" y="548680"/>
            <a:ext cx="7647988" cy="5593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9" t="20457" r="14115" b="12167"/>
          <a:stretch>
            <a:fillRect/>
          </a:stretch>
        </p:blipFill>
        <p:spPr bwMode="auto">
          <a:xfrm>
            <a:off x="827584" y="476672"/>
            <a:ext cx="7839906" cy="5460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0" t="20357" r="13386" b="14396"/>
          <a:stretch>
            <a:fillRect/>
          </a:stretch>
        </p:blipFill>
        <p:spPr bwMode="auto">
          <a:xfrm>
            <a:off x="576965" y="548680"/>
            <a:ext cx="8013641" cy="5365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3" t="19858" r="13670" b="14752"/>
          <a:stretch>
            <a:fillRect/>
          </a:stretch>
        </p:blipFill>
        <p:spPr bwMode="auto">
          <a:xfrm>
            <a:off x="657170" y="548680"/>
            <a:ext cx="7784979" cy="5348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34" t="19433" r="13591" b="18014"/>
          <a:stretch>
            <a:fillRect/>
          </a:stretch>
        </p:blipFill>
        <p:spPr bwMode="auto">
          <a:xfrm>
            <a:off x="535762" y="620687"/>
            <a:ext cx="8157253" cy="5298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0" t="19237" r="12956" b="15514"/>
          <a:stretch>
            <a:fillRect/>
          </a:stretch>
        </p:blipFill>
        <p:spPr bwMode="auto">
          <a:xfrm>
            <a:off x="647878" y="692696"/>
            <a:ext cx="7880450" cy="5268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3" t="29179" r="13671" b="21135"/>
          <a:stretch>
            <a:fillRect/>
          </a:stretch>
        </p:blipFill>
        <p:spPr bwMode="auto">
          <a:xfrm>
            <a:off x="683568" y="1564343"/>
            <a:ext cx="8138430" cy="4229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43608" y="548680"/>
            <a:ext cx="7056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распределение не удовлетворяет условиям параметрических тестов и трансформация не помогает или невозможна, используем </a:t>
            </a:r>
            <a:endParaRPr lang="ru-RU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9" t="19877" r="13098" b="14591"/>
          <a:stretch>
            <a:fillRect/>
          </a:stretch>
        </p:blipFill>
        <p:spPr bwMode="auto">
          <a:xfrm>
            <a:off x="683568" y="764704"/>
            <a:ext cx="7810101" cy="5214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8" t="18612" r="13338" b="14579"/>
          <a:stretch>
            <a:fillRect/>
          </a:stretch>
        </p:blipFill>
        <p:spPr bwMode="auto">
          <a:xfrm>
            <a:off x="395536" y="386408"/>
            <a:ext cx="8594467" cy="585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5" t="18723" r="12872" b="13759"/>
          <a:stretch>
            <a:fillRect/>
          </a:stretch>
        </p:blipFill>
        <p:spPr bwMode="auto">
          <a:xfrm>
            <a:off x="395536" y="404664"/>
            <a:ext cx="8029348" cy="553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4" t="18014" r="13112" b="14752"/>
          <a:stretch>
            <a:fillRect/>
          </a:stretch>
        </p:blipFill>
        <p:spPr bwMode="auto">
          <a:xfrm>
            <a:off x="755576" y="404664"/>
            <a:ext cx="7642116" cy="5303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6" t="19007" r="12792" b="10922"/>
          <a:stretch>
            <a:fillRect/>
          </a:stretch>
        </p:blipFill>
        <p:spPr bwMode="auto">
          <a:xfrm>
            <a:off x="611560" y="476672"/>
            <a:ext cx="7807347" cy="5525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4" t="19149" r="13352" b="15603"/>
          <a:stretch>
            <a:fillRect/>
          </a:stretch>
        </p:blipFill>
        <p:spPr bwMode="auto">
          <a:xfrm>
            <a:off x="467544" y="476672"/>
            <a:ext cx="8552798" cy="574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6" t="19574" r="12872" b="13901"/>
          <a:stretch>
            <a:fillRect/>
          </a:stretch>
        </p:blipFill>
        <p:spPr bwMode="auto">
          <a:xfrm>
            <a:off x="467544" y="404664"/>
            <a:ext cx="8494850" cy="571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46" t="18121" r="12742" b="13936"/>
          <a:stretch>
            <a:fillRect/>
          </a:stretch>
        </p:blipFill>
        <p:spPr bwMode="auto">
          <a:xfrm>
            <a:off x="701527" y="476671"/>
            <a:ext cx="7827978" cy="537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56" t="19007" r="12952" b="16028"/>
          <a:stretch>
            <a:fillRect/>
          </a:stretch>
        </p:blipFill>
        <p:spPr bwMode="auto">
          <a:xfrm>
            <a:off x="683568" y="476672"/>
            <a:ext cx="7955329" cy="5219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75" t="22695" r="14468" b="14894"/>
          <a:stretch>
            <a:fillRect/>
          </a:stretch>
        </p:blipFill>
        <p:spPr bwMode="auto">
          <a:xfrm>
            <a:off x="539552" y="548680"/>
            <a:ext cx="8333641" cy="5432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4" t="26383" r="12713" b="9362"/>
          <a:stretch>
            <a:fillRect/>
          </a:stretch>
        </p:blipFill>
        <p:spPr bwMode="auto">
          <a:xfrm>
            <a:off x="539552" y="404664"/>
            <a:ext cx="8182124" cy="5387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56" t="23557" r="14309" b="13323"/>
          <a:stretch>
            <a:fillRect/>
          </a:stretch>
        </p:blipFill>
        <p:spPr bwMode="auto">
          <a:xfrm>
            <a:off x="611560" y="567755"/>
            <a:ext cx="7997935" cy="526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20" t="19378" r="13945" b="15657"/>
          <a:stretch>
            <a:fillRect/>
          </a:stretch>
        </p:blipFill>
        <p:spPr bwMode="auto">
          <a:xfrm>
            <a:off x="685456" y="548680"/>
            <a:ext cx="7909360" cy="531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56" t="20425" r="12792" b="16596"/>
          <a:stretch>
            <a:fillRect/>
          </a:stretch>
        </p:blipFill>
        <p:spPr bwMode="auto">
          <a:xfrm>
            <a:off x="323528" y="476672"/>
            <a:ext cx="8676882" cy="5543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93" t="21934" r="13115" b="16790"/>
          <a:stretch>
            <a:fillRect/>
          </a:stretch>
        </p:blipFill>
        <p:spPr bwMode="auto">
          <a:xfrm>
            <a:off x="346539" y="620688"/>
            <a:ext cx="8692212" cy="5418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11" t="20031" r="13353" b="15005"/>
          <a:stretch>
            <a:fillRect/>
          </a:stretch>
        </p:blipFill>
        <p:spPr bwMode="auto">
          <a:xfrm>
            <a:off x="683568" y="476672"/>
            <a:ext cx="7957572" cy="5391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3" t="27517" r="41277" b="10355"/>
          <a:stretch>
            <a:fillRect/>
          </a:stretch>
        </p:blipFill>
        <p:spPr bwMode="auto">
          <a:xfrm>
            <a:off x="1691680" y="1052736"/>
            <a:ext cx="5755909" cy="4260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WPS Presentation</Application>
  <PresentationFormat>Экран (4:3)</PresentationFormat>
  <Paragraphs>4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Arial</vt:lpstr>
      <vt:lpstr>SimSun</vt:lpstr>
      <vt:lpstr>Wingdings</vt:lpstr>
      <vt:lpstr>Calibri</vt:lpstr>
      <vt:lpstr>Microsoft YaHei</vt:lpstr>
      <vt:lpstr>Arial Unicode MS</vt:lpstr>
      <vt:lpstr>Times New Roman</vt:lpstr>
      <vt:lpstr>Тема Office</vt:lpstr>
      <vt:lpstr>Lecture 6 Nonparametric methods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 Nonparametric methods https://kpfu.ru/portal/docs/F_587014408/Lekciya.5.pdf </dc:title>
  <dc:creator>user</dc:creator>
  <cp:lastModifiedBy>WPS_1746972315</cp:lastModifiedBy>
  <cp:revision>16</cp:revision>
  <dcterms:created xsi:type="dcterms:W3CDTF">2025-02-04T11:00:00Z</dcterms:created>
  <dcterms:modified xsi:type="dcterms:W3CDTF">2026-10-15T11:05:52Z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C60770A22DC74E5382AAF3F297CBB8A9_12</vt:lpwstr>
  </property>
  <property fmtid="{D5CDD505-2E9C-101B-9397-08002B2CF9AE}" pid="3" name="KSOProductBuildVer">
    <vt:lpwstr>1049-12.1.0.28485</vt:lpwstr>
  </property>
</Properties>
</file>