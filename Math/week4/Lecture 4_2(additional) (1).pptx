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8" r:id="rId4"/>
    <p:sldId id="269" r:id="rId5"/>
    <p:sldId id="270" r:id="rId6"/>
    <p:sldId id="271" r:id="rId7"/>
    <p:sldId id="272" r:id="rId8"/>
    <p:sldId id="273" r:id="rId9"/>
    <p:sldId id="27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4660"/>
  </p:normalViewPr>
  <p:slideViewPr>
    <p:cSldViewPr>
      <p:cViewPr varScale="1">
        <p:scale>
          <a:sx n="61" d="100"/>
          <a:sy n="61" d="100"/>
        </p:scale>
        <p:origin x="14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05" t="13759" r="9202" b="11490"/>
          <a:stretch/>
        </p:blipFill>
        <p:spPr bwMode="auto">
          <a:xfrm>
            <a:off x="467544" y="908720"/>
            <a:ext cx="8461834" cy="5702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3EB925-684F-4243-91FF-A7E9432EB46E}"/>
              </a:ext>
            </a:extLst>
          </p:cNvPr>
          <p:cNvSpPr txBox="1"/>
          <p:nvPr/>
        </p:nvSpPr>
        <p:spPr>
          <a:xfrm>
            <a:off x="683568" y="276606"/>
            <a:ext cx="741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Lecture 4_2 (additional)  </a:t>
            </a:r>
            <a:endParaRPr lang="ru-RU" b="1" dirty="0"/>
          </a:p>
          <a:p>
            <a:pPr algn="ctr"/>
            <a:r>
              <a:rPr lang="en-US" b="1" dirty="0"/>
              <a:t>Dispersion analysis. </a:t>
            </a:r>
            <a:r>
              <a:rPr lang="en-US" dirty="0"/>
              <a:t>Two-way analysis of variance. 	</a:t>
            </a:r>
          </a:p>
        </p:txBody>
      </p:sp>
    </p:spTree>
    <p:extLst>
      <p:ext uri="{BB962C8B-B14F-4D97-AF65-F5344CB8AC3E}">
        <p14:creationId xmlns:p14="http://schemas.microsoft.com/office/powerpoint/2010/main" val="423480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23" t="16171" r="12154" b="6950"/>
          <a:stretch/>
        </p:blipFill>
        <p:spPr bwMode="auto">
          <a:xfrm>
            <a:off x="748270" y="548679"/>
            <a:ext cx="7503536" cy="5488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686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07" t="15604" r="10559" b="5957"/>
          <a:stretch/>
        </p:blipFill>
        <p:spPr bwMode="auto">
          <a:xfrm>
            <a:off x="539551" y="476672"/>
            <a:ext cx="7922183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6568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86" t="15703" r="10798" b="10821"/>
          <a:stretch/>
        </p:blipFill>
        <p:spPr bwMode="auto">
          <a:xfrm>
            <a:off x="524703" y="332656"/>
            <a:ext cx="814552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1761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7" t="17305" r="9043" b="15035"/>
          <a:stretch/>
        </p:blipFill>
        <p:spPr bwMode="auto">
          <a:xfrm>
            <a:off x="251520" y="698029"/>
            <a:ext cx="8464204" cy="5072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616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86" t="19618" r="9441" b="4496"/>
          <a:stretch/>
        </p:blipFill>
        <p:spPr bwMode="auto">
          <a:xfrm>
            <a:off x="539552" y="620688"/>
            <a:ext cx="8136904" cy="5559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7017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6" t="19521" r="10080" b="8564"/>
          <a:stretch/>
        </p:blipFill>
        <p:spPr bwMode="auto">
          <a:xfrm>
            <a:off x="539552" y="836712"/>
            <a:ext cx="8062448" cy="526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74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55" t="17762" r="17340" b="21104"/>
          <a:stretch/>
        </p:blipFill>
        <p:spPr bwMode="auto">
          <a:xfrm>
            <a:off x="1043608" y="836712"/>
            <a:ext cx="7109418" cy="4840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3380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68" t="13191" r="9876" b="7749"/>
          <a:stretch/>
        </p:blipFill>
        <p:spPr bwMode="auto">
          <a:xfrm>
            <a:off x="971600" y="548680"/>
            <a:ext cx="7529209" cy="5421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81705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7654</TotalTime>
  <Words>14</Words>
  <Application>Microsoft Office PowerPoint</Application>
  <PresentationFormat>Экран (4:3)</PresentationFormat>
  <Paragraphs>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Dinara Ахмед-Заки</cp:lastModifiedBy>
  <cp:revision>18</cp:revision>
  <dcterms:created xsi:type="dcterms:W3CDTF">2025-01-16T05:17:31Z</dcterms:created>
  <dcterms:modified xsi:type="dcterms:W3CDTF">2026-10-01T12:34:48Z</dcterms:modified>
</cp:coreProperties>
</file>