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4" r:id="rId4"/>
    <p:sldId id="275" r:id="rId5"/>
    <p:sldId id="276" r:id="rId6"/>
    <p:sldId id="271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47664" y="548680"/>
            <a:ext cx="5904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Lecture 4</a:t>
            </a:r>
            <a:endParaRPr lang="ru-RU" b="1" dirty="0"/>
          </a:p>
          <a:p>
            <a:pPr algn="ctr"/>
            <a:r>
              <a:rPr lang="en-US" b="1" dirty="0"/>
              <a:t>Dispersion analysis. </a:t>
            </a:r>
            <a:r>
              <a:rPr lang="en-US" dirty="0"/>
              <a:t>One-way analysis variance (ANOVA)	</a:t>
            </a:r>
          </a:p>
          <a:p>
            <a:endParaRPr lang="ru-RU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B7B341E-4BB2-4B65-8476-C163F5EFF4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1" t="30003" r="21146" b="19888"/>
          <a:stretch/>
        </p:blipFill>
        <p:spPr bwMode="auto">
          <a:xfrm>
            <a:off x="899592" y="1196752"/>
            <a:ext cx="7709857" cy="5249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923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26DD5D-7C39-41D0-9FB1-B748BD8F7B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92" t="15887" r="20292" b="18086"/>
          <a:stretch/>
        </p:blipFill>
        <p:spPr bwMode="auto">
          <a:xfrm>
            <a:off x="1763688" y="476672"/>
            <a:ext cx="5923499" cy="56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154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E908ECD-73ED-4370-963B-42B5059432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46" t="44369" r="18887" b="21395"/>
          <a:stretch/>
        </p:blipFill>
        <p:spPr bwMode="auto">
          <a:xfrm>
            <a:off x="1115616" y="1340768"/>
            <a:ext cx="7128792" cy="32868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497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DF51E88-5E29-498E-B036-8638547AC8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31" t="18014" r="18538" b="9362"/>
          <a:stretch/>
        </p:blipFill>
        <p:spPr bwMode="auto">
          <a:xfrm>
            <a:off x="1691680" y="176565"/>
            <a:ext cx="5949764" cy="599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743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5346EB0-346A-4EE7-BE19-A0A12DBFCD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51" t="58723" r="21968" b="17589"/>
          <a:stretch/>
        </p:blipFill>
        <p:spPr bwMode="auto">
          <a:xfrm>
            <a:off x="1403648" y="332656"/>
            <a:ext cx="6466000" cy="2317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D833FA5-5304-4CDD-BDCD-244EFC9774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3" t="21745" r="21330" b="32198"/>
          <a:stretch/>
        </p:blipFill>
        <p:spPr bwMode="auto">
          <a:xfrm>
            <a:off x="1438325" y="2560712"/>
            <a:ext cx="6239395" cy="4185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809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89D5971-D631-48E0-BB81-C8754657D1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99" t="24316" r="19689" b="29018"/>
          <a:stretch/>
        </p:blipFill>
        <p:spPr bwMode="auto">
          <a:xfrm>
            <a:off x="827584" y="536372"/>
            <a:ext cx="7644129" cy="4940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7469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57" t="14894" r="9425" b="13901"/>
          <a:stretch/>
        </p:blipFill>
        <p:spPr bwMode="auto">
          <a:xfrm>
            <a:off x="822994" y="548680"/>
            <a:ext cx="7839387" cy="5171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1204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6" t="16028" r="9361" b="6241"/>
          <a:stretch/>
        </p:blipFill>
        <p:spPr bwMode="auto">
          <a:xfrm>
            <a:off x="827584" y="476672"/>
            <a:ext cx="8159725" cy="5681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059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95" t="15477" r="12221" b="18829"/>
          <a:stretch/>
        </p:blipFill>
        <p:spPr bwMode="auto">
          <a:xfrm>
            <a:off x="899592" y="908720"/>
            <a:ext cx="7344816" cy="4805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7138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9" t="17564" r="9572" b="26549"/>
          <a:stretch/>
        </p:blipFill>
        <p:spPr bwMode="auto">
          <a:xfrm>
            <a:off x="539552" y="908720"/>
            <a:ext cx="8459453" cy="440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0707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06" t="14894" r="8565" b="13476"/>
          <a:stretch/>
        </p:blipFill>
        <p:spPr bwMode="auto">
          <a:xfrm>
            <a:off x="587320" y="548680"/>
            <a:ext cx="8238416" cy="52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065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67" t="14143" r="9521" b="20893"/>
          <a:stretch/>
        </p:blipFill>
        <p:spPr bwMode="auto">
          <a:xfrm>
            <a:off x="560804" y="548679"/>
            <a:ext cx="8393408" cy="4859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6625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4" t="13687" r="9475" b="5178"/>
          <a:stretch/>
        </p:blipFill>
        <p:spPr bwMode="auto">
          <a:xfrm>
            <a:off x="683568" y="548680"/>
            <a:ext cx="8180597" cy="5900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4080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6" t="16059" r="14070" b="25501"/>
          <a:stretch/>
        </p:blipFill>
        <p:spPr bwMode="auto">
          <a:xfrm>
            <a:off x="611560" y="764704"/>
            <a:ext cx="8155265" cy="4583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4235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67" t="13759" r="9601" b="6383"/>
          <a:stretch/>
        </p:blipFill>
        <p:spPr bwMode="auto">
          <a:xfrm>
            <a:off x="668476" y="548680"/>
            <a:ext cx="7987976" cy="569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5718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3" t="15065" r="11243" b="23516"/>
          <a:stretch/>
        </p:blipFill>
        <p:spPr bwMode="auto">
          <a:xfrm>
            <a:off x="1115616" y="1124744"/>
            <a:ext cx="7836196" cy="460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9168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4" t="14468" r="9123" b="7092"/>
          <a:stretch/>
        </p:blipFill>
        <p:spPr bwMode="auto">
          <a:xfrm>
            <a:off x="953370" y="620688"/>
            <a:ext cx="7932747" cy="5595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7220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56" t="19662" r="8883" b="22749"/>
          <a:stretch/>
        </p:blipFill>
        <p:spPr bwMode="auto">
          <a:xfrm>
            <a:off x="388731" y="908720"/>
            <a:ext cx="8747282" cy="474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46075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12</Words>
  <Application>Microsoft Office PowerPoint</Application>
  <PresentationFormat>Экран (4:3)</PresentationFormat>
  <Paragraphs>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Dinara Ахмед-Заки</cp:lastModifiedBy>
  <cp:revision>15</cp:revision>
  <dcterms:created xsi:type="dcterms:W3CDTF">2025-01-08T09:30:56Z</dcterms:created>
  <dcterms:modified xsi:type="dcterms:W3CDTF">2026-09-24T12:15:17Z</dcterms:modified>
</cp:coreProperties>
</file>