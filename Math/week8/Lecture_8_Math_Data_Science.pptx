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259" r:id="rId7"/>
    <p:sldId id="260" r:id="rId8"/>
    <p:sldId id="261" r:id="rId9"/>
    <p:sldId id="264" r:id="rId10"/>
    <p:sldId id="265" r:id="rId11"/>
    <p:sldId id="266" r:id="rId12"/>
    <p:sldId id="262" r:id="rId13"/>
    <p:sldId id="263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1" autoAdjust="0"/>
    <p:restoredTop sz="94660"/>
  </p:normalViewPr>
  <p:slideViewPr>
    <p:cSldViewPr>
      <p:cViewPr varScale="1">
        <p:scale>
          <a:sx n="80" d="100"/>
          <a:sy n="80" d="100"/>
        </p:scale>
        <p:origin x="-154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B591B-C9FD-4944-A071-B4BF1E6DD3A0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17A2E-2322-40AA-BD9C-20A94C3DDD85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D17A2E-2322-40AA-BD9C-20A94C3DDD85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03648" y="620688"/>
            <a:ext cx="6984776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8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The </a:t>
            </a:r>
            <a:r>
              <a:rPr lang="en-US">
                <a:solidFill>
                  <a:srgbClr val="00B050"/>
                </a:solidFill>
              </a:rPr>
              <a:t>Laplace </a:t>
            </a:r>
            <a:r>
              <a:rPr lang="en-US" smtClean="0">
                <a:solidFill>
                  <a:srgbClr val="00B050"/>
                </a:solidFill>
              </a:rPr>
              <a:t>transforms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09" t="23262" r="15506" b="20000"/>
          <a:stretch>
            <a:fillRect/>
          </a:stretch>
        </p:blipFill>
        <p:spPr bwMode="auto">
          <a:xfrm>
            <a:off x="971600" y="1412776"/>
            <a:ext cx="7650225" cy="4826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0" t="15177" r="15426" b="13334"/>
          <a:stretch>
            <a:fillRect/>
          </a:stretch>
        </p:blipFill>
        <p:spPr bwMode="auto">
          <a:xfrm>
            <a:off x="1187624" y="548680"/>
            <a:ext cx="7512119" cy="592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8" t="19007" r="22208" b="23688"/>
          <a:stretch>
            <a:fillRect/>
          </a:stretch>
        </p:blipFill>
        <p:spPr bwMode="auto">
          <a:xfrm>
            <a:off x="827584" y="302172"/>
            <a:ext cx="7716290" cy="568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0" t="12057" r="31223" b="17873"/>
          <a:stretch>
            <a:fillRect/>
          </a:stretch>
        </p:blipFill>
        <p:spPr bwMode="auto">
          <a:xfrm>
            <a:off x="1891705" y="332656"/>
            <a:ext cx="5484851" cy="6186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5" t="25369" r="31578" b="15341"/>
          <a:stretch>
            <a:fillRect/>
          </a:stretch>
        </p:blipFill>
        <p:spPr bwMode="auto">
          <a:xfrm>
            <a:off x="1979712" y="404664"/>
            <a:ext cx="5821754" cy="5607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1" t="16737" r="37207" b="32482"/>
          <a:stretch>
            <a:fillRect/>
          </a:stretch>
        </p:blipFill>
        <p:spPr bwMode="auto">
          <a:xfrm>
            <a:off x="1763688" y="620688"/>
            <a:ext cx="5675956" cy="550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28936" r="38005" b="23972"/>
          <a:stretch>
            <a:fillRect/>
          </a:stretch>
        </p:blipFill>
        <p:spPr bwMode="auto">
          <a:xfrm>
            <a:off x="2123728" y="1124744"/>
            <a:ext cx="4730201" cy="452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9" t="32624" r="35612" b="39859"/>
          <a:stretch>
            <a:fillRect/>
          </a:stretch>
        </p:blipFill>
        <p:spPr bwMode="auto">
          <a:xfrm>
            <a:off x="539552" y="116632"/>
            <a:ext cx="4965930" cy="253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85" t="15417" r="34375" b="23333"/>
          <a:stretch>
            <a:fillRect/>
          </a:stretch>
        </p:blipFill>
        <p:spPr bwMode="auto">
          <a:xfrm>
            <a:off x="4283968" y="1772816"/>
            <a:ext cx="4317858" cy="470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8" t="48510" r="49814" b="22411"/>
          <a:stretch>
            <a:fillRect/>
          </a:stretch>
        </p:blipFill>
        <p:spPr bwMode="auto">
          <a:xfrm>
            <a:off x="1043608" y="332656"/>
            <a:ext cx="2592288" cy="2670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66" t="12778" r="40859" b="17083"/>
          <a:stretch>
            <a:fillRect/>
          </a:stretch>
        </p:blipFill>
        <p:spPr bwMode="auto">
          <a:xfrm>
            <a:off x="4259957" y="325438"/>
            <a:ext cx="3619873" cy="585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0" t="18441" r="41276" b="19148"/>
          <a:stretch>
            <a:fillRect/>
          </a:stretch>
        </p:blipFill>
        <p:spPr bwMode="auto">
          <a:xfrm>
            <a:off x="2432348" y="404664"/>
            <a:ext cx="4135877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0" t="11879" r="36888" b="36207"/>
          <a:stretch>
            <a:fillRect/>
          </a:stretch>
        </p:blipFill>
        <p:spPr bwMode="auto">
          <a:xfrm>
            <a:off x="2267744" y="548680"/>
            <a:ext cx="5154227" cy="5140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9" t="16028" r="21729" b="11773"/>
          <a:stretch>
            <a:fillRect/>
          </a:stretch>
        </p:blipFill>
        <p:spPr bwMode="auto">
          <a:xfrm>
            <a:off x="1187624" y="188640"/>
            <a:ext cx="6593804" cy="6080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0" t="21518" r="24123" b="39241"/>
          <a:stretch>
            <a:fillRect/>
          </a:stretch>
        </p:blipFill>
        <p:spPr bwMode="auto">
          <a:xfrm>
            <a:off x="708986" y="1268760"/>
            <a:ext cx="7560094" cy="39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97" t="24306" r="26484" b="21945"/>
          <a:stretch>
            <a:fillRect/>
          </a:stretch>
        </p:blipFill>
        <p:spPr bwMode="auto">
          <a:xfrm>
            <a:off x="1115617" y="445910"/>
            <a:ext cx="7172658" cy="5529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WPS Presentation</Application>
  <PresentationFormat>Экран (4:3)</PresentationFormat>
  <Paragraphs>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WPS_1746972315</cp:lastModifiedBy>
  <cp:revision>13</cp:revision>
  <dcterms:created xsi:type="dcterms:W3CDTF">2025-09-15T11:19:00Z</dcterms:created>
  <dcterms:modified xsi:type="dcterms:W3CDTF">2026-10-15T11:05:35Z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20508569EAC647CCA7E99719FA380B58_12</vt:lpwstr>
  </property>
  <property fmtid="{D5CDD505-2E9C-101B-9397-08002B2CF9AE}" pid="3" name="KSOProductBuildVer">
    <vt:lpwstr>1049-12.1.0.28485</vt:lpwstr>
  </property>
</Properties>
</file>