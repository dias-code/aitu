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66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>
      <p:cViewPr varScale="1">
        <p:scale>
          <a:sx n="80" d="100"/>
          <a:sy n="80" d="100"/>
        </p:scale>
        <p:origin x="-145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404664"/>
            <a:ext cx="640871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Lecture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analysis. The concept of correlation. Conditions for applying the correlation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coefficient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3" t="20671" r="10526" b="10995"/>
          <a:stretch/>
        </p:blipFill>
        <p:spPr bwMode="auto">
          <a:xfrm>
            <a:off x="822585" y="1628800"/>
            <a:ext cx="7305676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294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1" t="19858" r="10160" b="8511"/>
          <a:stretch/>
        </p:blipFill>
        <p:spPr bwMode="auto">
          <a:xfrm>
            <a:off x="743397" y="764703"/>
            <a:ext cx="7848872" cy="52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5542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4" t="22965" r="10479" b="6946"/>
          <a:stretch/>
        </p:blipFill>
        <p:spPr bwMode="auto">
          <a:xfrm>
            <a:off x="611560" y="554477"/>
            <a:ext cx="8197353" cy="5379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544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8" t="20416" r="11094" b="8473"/>
          <a:stretch/>
        </p:blipFill>
        <p:spPr bwMode="auto">
          <a:xfrm>
            <a:off x="755576" y="692696"/>
            <a:ext cx="7807773" cy="5164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9192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0" t="22712" r="11020" b="16721"/>
          <a:stretch/>
        </p:blipFill>
        <p:spPr bwMode="auto">
          <a:xfrm>
            <a:off x="539552" y="836712"/>
            <a:ext cx="7934089" cy="4523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853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3060" y="260648"/>
            <a:ext cx="71013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b="1" dirty="0" smtClean="0"/>
              <a:t>Рост двух белок:  коэффициент корреляции </a:t>
            </a:r>
            <a:r>
              <a:rPr lang="en-US" b="1" dirty="0" smtClean="0"/>
              <a:t>r-?</a:t>
            </a:r>
            <a:endParaRPr lang="ru-RU" b="1" dirty="0" smtClean="0"/>
          </a:p>
          <a:p>
            <a:endParaRPr lang="en-US" dirty="0" smtClean="0"/>
          </a:p>
          <a:p>
            <a:pPr marL="342900" indent="-342900">
              <a:buAutoNum type="arabicPeriod"/>
            </a:pPr>
            <a:r>
              <a:rPr lang="en-US" b="1" dirty="0" smtClean="0"/>
              <a:t>r=1.0:</a:t>
            </a:r>
            <a:r>
              <a:rPr lang="en-US" dirty="0" smtClean="0"/>
              <a:t> </a:t>
            </a:r>
            <a:r>
              <a:rPr lang="ru-RU" dirty="0"/>
              <a:t>если </a:t>
            </a:r>
            <a:r>
              <a:rPr lang="ru-RU" dirty="0" smtClean="0"/>
              <a:t>белка №1  имеет высокий рост, </a:t>
            </a:r>
            <a:r>
              <a:rPr lang="ru-RU" dirty="0"/>
              <a:t>значит, </a:t>
            </a:r>
            <a:r>
              <a:rPr lang="ru-RU" dirty="0" smtClean="0"/>
              <a:t>белка №2 </a:t>
            </a:r>
            <a:r>
              <a:rPr lang="ru-RU" dirty="0"/>
              <a:t>тоже </a:t>
            </a:r>
            <a:r>
              <a:rPr lang="ru-RU" dirty="0" smtClean="0"/>
              <a:t>имеет высокий рост, </a:t>
            </a:r>
            <a:r>
              <a:rPr lang="ru-RU" dirty="0"/>
              <a:t>это не предположение, а </a:t>
            </a:r>
            <a:r>
              <a:rPr lang="ru-RU" b="1" dirty="0" smtClean="0"/>
              <a:t>факт</a:t>
            </a:r>
            <a:r>
              <a:rPr lang="ru-RU" b="1" dirty="0"/>
              <a:t>;</a:t>
            </a:r>
            <a:endParaRPr lang="ru-RU" b="1" dirty="0" smtClean="0"/>
          </a:p>
          <a:p>
            <a:pPr marL="342900" indent="-342900">
              <a:buAutoNum type="arabicPeriod" startAt="2"/>
            </a:pPr>
            <a:r>
              <a:rPr lang="en-US" b="1" dirty="0" smtClean="0"/>
              <a:t>r=0.7: </a:t>
            </a:r>
            <a:r>
              <a:rPr lang="ru-RU" dirty="0"/>
              <a:t>если белка №1  имеет высокий рост, </a:t>
            </a:r>
            <a:r>
              <a:rPr lang="ru-RU" dirty="0" smtClean="0"/>
              <a:t>то </a:t>
            </a:r>
            <a:r>
              <a:rPr lang="ru-RU" b="1" dirty="0" smtClean="0"/>
              <a:t>скорее всего</a:t>
            </a:r>
            <a:r>
              <a:rPr lang="ru-RU" dirty="0" smtClean="0"/>
              <a:t>, </a:t>
            </a:r>
            <a:r>
              <a:rPr lang="ru-RU" dirty="0"/>
              <a:t>белка №2 тоже имеет высокий </a:t>
            </a:r>
            <a:r>
              <a:rPr lang="ru-RU" dirty="0" smtClean="0"/>
              <a:t>рост;</a:t>
            </a:r>
            <a:endParaRPr lang="ru-RU" b="1" dirty="0"/>
          </a:p>
          <a:p>
            <a:r>
              <a:rPr lang="ru-RU" b="1" dirty="0" smtClean="0"/>
              <a:t>3.   </a:t>
            </a:r>
            <a:r>
              <a:rPr lang="en-US" b="1" dirty="0"/>
              <a:t>r</a:t>
            </a:r>
            <a:r>
              <a:rPr lang="ru-RU" b="1" dirty="0" smtClean="0"/>
              <a:t>=0.0</a:t>
            </a:r>
            <a:r>
              <a:rPr lang="en-US" b="1" dirty="0" smtClean="0"/>
              <a:t>: </a:t>
            </a:r>
            <a:r>
              <a:rPr lang="ru-RU" dirty="0"/>
              <a:t>если белка №1  имеет высокий рост, </a:t>
            </a:r>
            <a:r>
              <a:rPr lang="ru-RU" dirty="0" smtClean="0"/>
              <a:t>то мы … не можем сказать о росте белки </a:t>
            </a:r>
            <a:r>
              <a:rPr lang="ru-RU" dirty="0"/>
              <a:t>№2 </a:t>
            </a:r>
            <a:r>
              <a:rPr lang="ru-RU" b="1" dirty="0" smtClean="0"/>
              <a:t>ничего.</a:t>
            </a:r>
          </a:p>
          <a:p>
            <a:pPr marL="342900" indent="-342900">
              <a:buAutoNum type="arabicPeriod"/>
            </a:pPr>
            <a:endParaRPr lang="ru-RU" b="1" dirty="0" smtClean="0"/>
          </a:p>
          <a:p>
            <a:pPr marL="342900" indent="-342900">
              <a:buAutoNum type="arabicPeriod"/>
            </a:pPr>
            <a:endParaRPr lang="en-US" b="1" dirty="0"/>
          </a:p>
          <a:p>
            <a:endParaRPr lang="en-US" dirty="0" smtClean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253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2" t="19663" r="14409" b="10124"/>
          <a:stretch/>
        </p:blipFill>
        <p:spPr bwMode="auto">
          <a:xfrm>
            <a:off x="899592" y="548680"/>
            <a:ext cx="7393549" cy="5536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391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6" t="20000" r="13989" b="14185"/>
          <a:stretch/>
        </p:blipFill>
        <p:spPr bwMode="auto">
          <a:xfrm>
            <a:off x="827584" y="692696"/>
            <a:ext cx="7502917" cy="5089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363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6" t="20994" r="13750" b="8084"/>
          <a:stretch/>
        </p:blipFill>
        <p:spPr bwMode="auto">
          <a:xfrm>
            <a:off x="709861" y="692696"/>
            <a:ext cx="7508755" cy="5472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548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4" t="22300" r="13192" b="12877"/>
          <a:stretch/>
        </p:blipFill>
        <p:spPr bwMode="auto">
          <a:xfrm>
            <a:off x="611560" y="692696"/>
            <a:ext cx="7972757" cy="532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963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5" t="24911" r="15333" b="16650"/>
          <a:stretch/>
        </p:blipFill>
        <p:spPr bwMode="auto">
          <a:xfrm>
            <a:off x="1043608" y="746508"/>
            <a:ext cx="7249356" cy="460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39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7" t="23861" r="13271" b="14012"/>
          <a:stretch/>
        </p:blipFill>
        <p:spPr bwMode="auto">
          <a:xfrm>
            <a:off x="467544" y="620688"/>
            <a:ext cx="8246095" cy="519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729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62" t="23399" r="16347" b="16879"/>
          <a:stretch/>
        </p:blipFill>
        <p:spPr bwMode="auto">
          <a:xfrm>
            <a:off x="1187624" y="764704"/>
            <a:ext cx="7318599" cy="4879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6549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6" t="22584" r="15345" b="15430"/>
          <a:stretch/>
        </p:blipFill>
        <p:spPr bwMode="auto">
          <a:xfrm>
            <a:off x="702276" y="764703"/>
            <a:ext cx="7697325" cy="5043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104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5" t="26241" r="13510" b="17305"/>
          <a:stretch/>
        </p:blipFill>
        <p:spPr bwMode="auto">
          <a:xfrm>
            <a:off x="899592" y="980728"/>
            <a:ext cx="7621390" cy="4447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868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6" t="19858" r="13032" b="14043"/>
          <a:stretch/>
        </p:blipFill>
        <p:spPr bwMode="auto">
          <a:xfrm>
            <a:off x="827584" y="692696"/>
            <a:ext cx="7523290" cy="5037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2616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96" t="19521" r="15984" b="14380"/>
          <a:stretch/>
        </p:blipFill>
        <p:spPr bwMode="auto">
          <a:xfrm>
            <a:off x="561256" y="620688"/>
            <a:ext cx="7992888" cy="5669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231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3" t="23321" r="14290" b="16540"/>
          <a:stretch/>
        </p:blipFill>
        <p:spPr bwMode="auto">
          <a:xfrm>
            <a:off x="755576" y="764704"/>
            <a:ext cx="7876974" cy="5060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439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3" t="20172" r="14707" b="14720"/>
          <a:stretch/>
        </p:blipFill>
        <p:spPr bwMode="auto">
          <a:xfrm>
            <a:off x="755576" y="620688"/>
            <a:ext cx="7558216" cy="5272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5421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2" t="21648" r="13179" b="13103"/>
          <a:stretch/>
        </p:blipFill>
        <p:spPr bwMode="auto">
          <a:xfrm>
            <a:off x="1043608" y="764704"/>
            <a:ext cx="7072151" cy="490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519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53" t="22411" r="13830" b="15177"/>
          <a:stretch/>
        </p:blipFill>
        <p:spPr bwMode="auto">
          <a:xfrm>
            <a:off x="539552" y="620688"/>
            <a:ext cx="7746723" cy="5072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5656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1" t="19578" r="13227" b="20422"/>
          <a:stretch/>
        </p:blipFill>
        <p:spPr bwMode="auto">
          <a:xfrm>
            <a:off x="467544" y="620688"/>
            <a:ext cx="8530515" cy="5199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8038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0" t="19678" r="13085" b="16776"/>
          <a:stretch/>
        </p:blipFill>
        <p:spPr bwMode="auto">
          <a:xfrm>
            <a:off x="755576" y="692696"/>
            <a:ext cx="8061825" cy="529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85906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99</Words>
  <Application>Microsoft Office PowerPoint</Application>
  <PresentationFormat>Экран (4:3)</PresentationFormat>
  <Paragraphs>13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</cp:revision>
  <dcterms:created xsi:type="dcterms:W3CDTF">2025-01-22T09:38:27Z</dcterms:created>
  <dcterms:modified xsi:type="dcterms:W3CDTF">2025-09-29T12:04:10Z</dcterms:modified>
</cp:coreProperties>
</file>